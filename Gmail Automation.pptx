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478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33F9-8CE5-40DA-AB29-5FE8DA424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E3FB2-2DB7-4149-8230-762982735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087AC-6A86-415D-BFD6-D3490E487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FD37B-E957-499A-AD0A-E56E19B7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99C1A-64AB-4607-8E28-94238443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907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4804-8725-444C-ADB1-206F40A3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5CA5A-3E0D-48FD-898F-C164F522D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3CC8A-EACC-462C-BDA8-F22D72F2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3238D-96A1-48E1-9F27-D9D79529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47D60-757F-4460-AB26-7DB82E4E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7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E215-7759-4349-8AA1-C5558550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484A5-C765-46C6-8C7F-74FC9AAD0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25ED9-377D-4B52-B652-4F9031B15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0AA4-CFBA-48EC-AD37-3FC7BF18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C32CE-AE44-40E7-A019-4A920DAA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193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39FB-2E48-45F5-A10F-D17240E0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E045F-E9EA-4137-B975-488B750C1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F38F2-598C-4636-A612-CFECB7EB2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178BA-D65B-4C62-B6F7-A78016AD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E95EB-924E-4A33-9BB1-313C99A36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14A51-0F45-46BC-892F-7122AE20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80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D778-1E50-487B-BB90-49BA1200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9D804-1DEF-46AA-815B-9350AC31A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426FA-50E4-4638-92C5-3811A14B5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91E68-90C7-451C-9D9F-F4A8ACD07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44FA8E-3164-4EBF-A875-5DFAE5E78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8D0A7C-D79C-4703-AEE0-865630F3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0DD33-F853-4CEC-831B-177C97A9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1B7D90-4799-4D43-920E-80E26758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0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9951-A370-41E4-BF21-6EC0B839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365F8-079D-47A0-A8CB-2C586E325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6AD4D-1DB7-4370-84CA-B8F3CE51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866A0-57FE-4CFF-9B4A-E8B3966E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81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3A2B3-779F-444F-82C7-7AB99AA11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43AA2-2144-4EDB-BD6B-ABC46983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9218A-4DCC-4138-9ABA-64988E81A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6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F8C3-B41C-4746-8804-5F62EFFC8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3BE33-2344-401E-ADB0-BA72588E5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FD5C2-0137-4969-B822-2C5748A3D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7E2CF-8FC6-4D55-A572-42EF7DB11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88C98-531A-4773-BEED-4128DB819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F69FF-9239-4C2E-AE62-AB3ADC6C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95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6CC3-E44D-4993-B9D5-FFF502B8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397F24-E3FB-4348-8F72-BD31F15C8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649DB-E2F9-498F-8B1D-91C6C6D54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E2F3D-5924-4430-BD18-4D215EF4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BD08F-E45F-43CD-B2C8-E8E16891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10B7C-1D79-4BA0-9C2F-AC1540AF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90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D1E4-505C-4D4A-A482-DD60BA38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27E7-DD4B-4C47-A44E-AF5B48CE1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2C52B-2EFF-4AEF-A111-D76FD96A5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AD87A-1DD2-4C47-A1E3-104EF0E3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9DF31-BC68-40B8-9610-7800C9AA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057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9C593-D7A5-4897-844B-946B665EE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7142B-0CAB-4456-8AE7-423508EC4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67D5B-67D8-40A0-BE6C-946AE9DD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18A3D-F060-4C51-A882-95160238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9EC4D-716B-459F-B385-E130370EC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483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CB1D3-36EE-4F68-BA14-324E2AB49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D7750-55D4-43F0-830E-E00BF2833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C9D99-2889-4CA0-BC8B-63A64324C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0E671-2A4B-45BC-BAF2-33A2F499D7D7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30A42-BFE2-4BB1-9C61-A61B10240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A06E4-1370-4EF5-ACAC-8DE529444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4CA46-AAD4-472F-930C-BD0E21AAB6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18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24568BF-05A4-4F94-91A4-3A892D8B4DC5}"/>
              </a:ext>
            </a:extLst>
          </p:cNvPr>
          <p:cNvSpPr txBox="1"/>
          <p:nvPr/>
        </p:nvSpPr>
        <p:spPr>
          <a:xfrm>
            <a:off x="312847" y="58493"/>
            <a:ext cx="96280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Automated Email Data Extraction &amp; Structuring Pipeline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Python | Gmail API | Google Sheets API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CD02BF-E0FF-48E6-9839-DF3289D65025}"/>
              </a:ext>
            </a:extLst>
          </p:cNvPr>
          <p:cNvCxnSpPr>
            <a:cxnSpLocks/>
          </p:cNvCxnSpPr>
          <p:nvPr/>
        </p:nvCxnSpPr>
        <p:spPr>
          <a:xfrm>
            <a:off x="215153" y="942456"/>
            <a:ext cx="1166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mail | Google Wiki | Fandom">
            <a:extLst>
              <a:ext uri="{FF2B5EF4-FFF2-40B4-BE49-F238E27FC236}">
                <a16:creationId xmlns:a16="http://schemas.microsoft.com/office/drawing/2014/main" id="{F42FAE23-4317-49FF-841E-D69988F8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758" y="11504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hon (programming language) - Wikipedia">
            <a:extLst>
              <a:ext uri="{FF2B5EF4-FFF2-40B4-BE49-F238E27FC236}">
                <a16:creationId xmlns:a16="http://schemas.microsoft.com/office/drawing/2014/main" id="{FD914EFD-1FA6-4906-8A54-1C5AC9275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0780" y="11504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 Sheets for Android - Download ...">
            <a:extLst>
              <a:ext uri="{FF2B5EF4-FFF2-40B4-BE49-F238E27FC236}">
                <a16:creationId xmlns:a16="http://schemas.microsoft.com/office/drawing/2014/main" id="{F5489BA5-FF89-437C-967E-E4957B00E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272" y="11504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6C54AA-85FD-4933-B7B6-56DB33B807A6}"/>
              </a:ext>
            </a:extLst>
          </p:cNvPr>
          <p:cNvSpPr/>
          <p:nvPr/>
        </p:nvSpPr>
        <p:spPr>
          <a:xfrm>
            <a:off x="530775" y="1099338"/>
            <a:ext cx="2904565" cy="109369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6B0FD1-536C-48FB-9828-97648CD4591F}"/>
              </a:ext>
            </a:extLst>
          </p:cNvPr>
          <p:cNvSpPr/>
          <p:nvPr/>
        </p:nvSpPr>
        <p:spPr>
          <a:xfrm>
            <a:off x="215153" y="1099337"/>
            <a:ext cx="3744000" cy="22320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1CC80E-7CFF-49D5-8ABC-3F268DE2D4E1}"/>
              </a:ext>
            </a:extLst>
          </p:cNvPr>
          <p:cNvSpPr/>
          <p:nvPr/>
        </p:nvSpPr>
        <p:spPr>
          <a:xfrm>
            <a:off x="215152" y="1099337"/>
            <a:ext cx="3743999" cy="431754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Problem Statement</a:t>
            </a:r>
            <a:endParaRPr lang="en-IN" dirty="0"/>
          </a:p>
        </p:txBody>
      </p:sp>
      <p:pic>
        <p:nvPicPr>
          <p:cNvPr id="18" name="Graphic 17" descr="Warning with solid fill">
            <a:extLst>
              <a:ext uri="{FF2B5EF4-FFF2-40B4-BE49-F238E27FC236}">
                <a16:creationId xmlns:a16="http://schemas.microsoft.com/office/drawing/2014/main" id="{EB498B7A-745B-42B3-9012-FD5BCEA60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657" y="1653693"/>
            <a:ext cx="275239" cy="27523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FB4FF54-7161-4520-9B7A-C278DDB74BFF}"/>
              </a:ext>
            </a:extLst>
          </p:cNvPr>
          <p:cNvSpPr/>
          <p:nvPr/>
        </p:nvSpPr>
        <p:spPr>
          <a:xfrm>
            <a:off x="4271525" y="1099337"/>
            <a:ext cx="3744000" cy="223200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F78D85-6365-4546-8F40-0FB7FC99F7E5}"/>
              </a:ext>
            </a:extLst>
          </p:cNvPr>
          <p:cNvSpPr/>
          <p:nvPr/>
        </p:nvSpPr>
        <p:spPr>
          <a:xfrm>
            <a:off x="4271524" y="1099337"/>
            <a:ext cx="3743999" cy="43200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 Workflow</a:t>
            </a:r>
            <a:endParaRPr lang="en-IN" dirty="0"/>
          </a:p>
        </p:txBody>
      </p:sp>
      <p:pic>
        <p:nvPicPr>
          <p:cNvPr id="28" name="Picture 2" descr="Gmail | Google Wiki | Fandom">
            <a:extLst>
              <a:ext uri="{FF2B5EF4-FFF2-40B4-BE49-F238E27FC236}">
                <a16:creationId xmlns:a16="http://schemas.microsoft.com/office/drawing/2014/main" id="{3AE8295A-18A9-4C5B-B8A6-1CFA9D0B9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202" y="1791313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Python (programming language) - Wikipedia">
            <a:extLst>
              <a:ext uri="{FF2B5EF4-FFF2-40B4-BE49-F238E27FC236}">
                <a16:creationId xmlns:a16="http://schemas.microsoft.com/office/drawing/2014/main" id="{18E75BDA-7F33-4AA0-A201-8DB6A678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000" y="1801338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Google Sheets for Android - Download ...">
            <a:extLst>
              <a:ext uri="{FF2B5EF4-FFF2-40B4-BE49-F238E27FC236}">
                <a16:creationId xmlns:a16="http://schemas.microsoft.com/office/drawing/2014/main" id="{4D9434CE-F898-4E1E-AF4E-11410C761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125" y="1791313"/>
            <a:ext cx="648000" cy="6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697297-8923-4199-9EAB-8B6EAFF5F2C0}"/>
              </a:ext>
            </a:extLst>
          </p:cNvPr>
          <p:cNvSpPr txBox="1"/>
          <p:nvPr/>
        </p:nvSpPr>
        <p:spPr>
          <a:xfrm>
            <a:off x="4268334" y="2455985"/>
            <a:ext cx="1031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Gmail API</a:t>
            </a:r>
            <a:endParaRPr lang="en-IN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64296D-03F9-4B57-B756-CF6546B2FBFB}"/>
              </a:ext>
            </a:extLst>
          </p:cNvPr>
          <p:cNvSpPr txBox="1"/>
          <p:nvPr/>
        </p:nvSpPr>
        <p:spPr>
          <a:xfrm>
            <a:off x="5342046" y="2460646"/>
            <a:ext cx="1437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Python Script</a:t>
            </a:r>
          </a:p>
          <a:p>
            <a:pPr algn="ctr"/>
            <a:r>
              <a:rPr lang="en-US" sz="1200" dirty="0"/>
              <a:t>(Data Extraction &amp; Structuring)</a:t>
            </a:r>
            <a:endParaRPr lang="en-IN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12B7D6-73D9-42E9-9CE0-1F0AB2BD3DF7}"/>
              </a:ext>
            </a:extLst>
          </p:cNvPr>
          <p:cNvSpPr txBox="1"/>
          <p:nvPr/>
        </p:nvSpPr>
        <p:spPr>
          <a:xfrm>
            <a:off x="6646303" y="2455488"/>
            <a:ext cx="1449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Google Sheets API</a:t>
            </a:r>
            <a:endParaRPr lang="en-IN" sz="1600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7758B5B-29C6-4E97-B264-9D5F76546C82}"/>
              </a:ext>
            </a:extLst>
          </p:cNvPr>
          <p:cNvCxnSpPr/>
          <p:nvPr/>
        </p:nvCxnSpPr>
        <p:spPr>
          <a:xfrm>
            <a:off x="5219700" y="2125338"/>
            <a:ext cx="36195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0852BD-D1B2-42C9-9511-982873068CE1}"/>
              </a:ext>
            </a:extLst>
          </p:cNvPr>
          <p:cNvCxnSpPr/>
          <p:nvPr/>
        </p:nvCxnSpPr>
        <p:spPr>
          <a:xfrm>
            <a:off x="6534150" y="2125338"/>
            <a:ext cx="36195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E838A22-0376-4E4F-AB24-3343E4E800E9}"/>
              </a:ext>
            </a:extLst>
          </p:cNvPr>
          <p:cNvSpPr/>
          <p:nvPr/>
        </p:nvSpPr>
        <p:spPr>
          <a:xfrm>
            <a:off x="8327895" y="1099337"/>
            <a:ext cx="3744000" cy="2232000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F33A4E2-A2FF-422B-AC8B-2C50885CBEF2}"/>
              </a:ext>
            </a:extLst>
          </p:cNvPr>
          <p:cNvSpPr/>
          <p:nvPr/>
        </p:nvSpPr>
        <p:spPr>
          <a:xfrm>
            <a:off x="8327893" y="1099337"/>
            <a:ext cx="3743997" cy="431754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Preview</a:t>
            </a:r>
            <a:endParaRPr lang="en-IN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C040D47-BE71-49F2-B75F-9DDF0A1CD47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4377"/>
          <a:stretch/>
        </p:blipFill>
        <p:spPr>
          <a:xfrm>
            <a:off x="8480386" y="1544980"/>
            <a:ext cx="3439014" cy="133150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65F5C13-C6AC-4B0A-ADE0-BE9C4ED33E4E}"/>
              </a:ext>
            </a:extLst>
          </p:cNvPr>
          <p:cNvSpPr txBox="1"/>
          <p:nvPr/>
        </p:nvSpPr>
        <p:spPr>
          <a:xfrm>
            <a:off x="8590521" y="2823050"/>
            <a:ext cx="2810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Columns extracted:</a:t>
            </a:r>
          </a:p>
          <a:p>
            <a:r>
              <a:rPr lang="en-US" sz="1400" dirty="0"/>
              <a:t>Date | Sender | Subject | Category</a:t>
            </a:r>
            <a:endParaRPr lang="en-IN" sz="1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E98EBC4-5D05-4125-9DE5-B358DC44CED0}"/>
              </a:ext>
            </a:extLst>
          </p:cNvPr>
          <p:cNvSpPr/>
          <p:nvPr/>
        </p:nvSpPr>
        <p:spPr>
          <a:xfrm>
            <a:off x="4262447" y="3469551"/>
            <a:ext cx="7809445" cy="175967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9BED176-FAFC-4D6A-B213-992DB1FEACA1}"/>
              </a:ext>
            </a:extLst>
          </p:cNvPr>
          <p:cNvSpPr/>
          <p:nvPr/>
        </p:nvSpPr>
        <p:spPr>
          <a:xfrm>
            <a:off x="4262447" y="3469551"/>
            <a:ext cx="7809443" cy="431754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Technical Implementation</a:t>
            </a:r>
            <a:endParaRPr lang="en-IN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84A3167-8AEA-4180-9A02-F7276018DC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0905" y="3943824"/>
            <a:ext cx="6250985" cy="116292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55F0D09-180C-4409-9751-5F686178C1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0104" y="4111078"/>
            <a:ext cx="602914" cy="64272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5939C55-C023-4133-B40A-D37993DD20E2}"/>
              </a:ext>
            </a:extLst>
          </p:cNvPr>
          <p:cNvSpPr txBox="1"/>
          <p:nvPr/>
        </p:nvSpPr>
        <p:spPr>
          <a:xfrm>
            <a:off x="4421611" y="3893376"/>
            <a:ext cx="8492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Python</a:t>
            </a:r>
            <a:endParaRPr lang="en-IN" sz="16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611BEFA-EB01-410D-ACC5-B6A314E31ACE}"/>
              </a:ext>
            </a:extLst>
          </p:cNvPr>
          <p:cNvCxnSpPr/>
          <p:nvPr/>
        </p:nvCxnSpPr>
        <p:spPr>
          <a:xfrm>
            <a:off x="5200650" y="4062653"/>
            <a:ext cx="36195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AA42F67-1B8A-4140-BA03-7C32CD779292}"/>
              </a:ext>
            </a:extLst>
          </p:cNvPr>
          <p:cNvCxnSpPr/>
          <p:nvPr/>
        </p:nvCxnSpPr>
        <p:spPr>
          <a:xfrm>
            <a:off x="5210175" y="4444942"/>
            <a:ext cx="36195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03235EC-C790-4E4B-A05A-C18EF078CF15}"/>
              </a:ext>
            </a:extLst>
          </p:cNvPr>
          <p:cNvSpPr txBox="1"/>
          <p:nvPr/>
        </p:nvSpPr>
        <p:spPr>
          <a:xfrm>
            <a:off x="4131864" y="4712448"/>
            <a:ext cx="16890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Google Sheets API</a:t>
            </a:r>
            <a:endParaRPr lang="en-IN" sz="1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435333-4B32-439C-BDA6-60B4068D3A6E}"/>
              </a:ext>
            </a:extLst>
          </p:cNvPr>
          <p:cNvSpPr txBox="1"/>
          <p:nvPr/>
        </p:nvSpPr>
        <p:spPr>
          <a:xfrm>
            <a:off x="561616" y="1352650"/>
            <a:ext cx="34378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</a:rPr>
              <a:t>Manual monitoring of promotional emails is unstructured and inefficient.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Email metadata (date, sender, subject) remains unorganized, making trend analysis and downstream analytics difficult.</a:t>
            </a:r>
            <a:endParaRPr lang="en-IN" sz="1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687D9A5-ADFA-47E3-A646-23A42F116FAC}"/>
              </a:ext>
            </a:extLst>
          </p:cNvPr>
          <p:cNvSpPr/>
          <p:nvPr/>
        </p:nvSpPr>
        <p:spPr>
          <a:xfrm>
            <a:off x="215152" y="3404860"/>
            <a:ext cx="3744000" cy="324174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DB967E4D-72C4-4269-AE20-B549D1D354BE}"/>
              </a:ext>
            </a:extLst>
          </p:cNvPr>
          <p:cNvSpPr/>
          <p:nvPr/>
        </p:nvSpPr>
        <p:spPr>
          <a:xfrm>
            <a:off x="215151" y="3404861"/>
            <a:ext cx="3743999" cy="431754"/>
          </a:xfrm>
          <a:prstGeom prst="roundRect">
            <a:avLst>
              <a:gd name="adj" fmla="val 0"/>
            </a:avLst>
          </a:prstGeom>
          <a:gradFill flip="none" rotWithShape="1">
            <a:gsLst>
              <a:gs pos="18000">
                <a:schemeClr val="accent4">
                  <a:lumMod val="75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Solution Overview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9A5463-4E55-4299-95E8-C34D3000570C}"/>
              </a:ext>
            </a:extLst>
          </p:cNvPr>
          <p:cNvSpPr txBox="1"/>
          <p:nvPr/>
        </p:nvSpPr>
        <p:spPr>
          <a:xfrm>
            <a:off x="312847" y="3641918"/>
            <a:ext cx="343781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r>
              <a:rPr lang="en-US" sz="1600" dirty="0"/>
              <a:t>Built a Python-based automation workflow to:</a:t>
            </a:r>
          </a:p>
          <a:p>
            <a:pPr marL="285750" indent="-196850">
              <a:buFont typeface="Arial" panose="020B0604020202020204" pitchFamily="34" charset="0"/>
              <a:buChar char="•"/>
            </a:pPr>
            <a:r>
              <a:rPr lang="en-US" sz="1600" dirty="0"/>
              <a:t>Connect securely via OAuth 2.0</a:t>
            </a:r>
          </a:p>
          <a:p>
            <a:pPr marL="285750" indent="-196850">
              <a:buFont typeface="Arial" panose="020B0604020202020204" pitchFamily="34" charset="0"/>
              <a:buChar char="•"/>
            </a:pPr>
            <a:r>
              <a:rPr lang="en-US" sz="1600" dirty="0"/>
              <a:t>Extract structured metadata (Date, Sender, Subject)</a:t>
            </a:r>
          </a:p>
          <a:p>
            <a:pPr marL="285750" indent="-196850">
              <a:buFont typeface="Arial" panose="020B0604020202020204" pitchFamily="34" charset="0"/>
              <a:buChar char="•"/>
            </a:pPr>
            <a:r>
              <a:rPr lang="en-US" sz="1600" dirty="0"/>
              <a:t>Categorize emails</a:t>
            </a:r>
          </a:p>
          <a:p>
            <a:pPr marL="285750" indent="-196850">
              <a:buFont typeface="Arial" panose="020B0604020202020204" pitchFamily="34" charset="0"/>
              <a:buChar char="•"/>
            </a:pPr>
            <a:r>
              <a:rPr lang="en-US" sz="1600" dirty="0"/>
              <a:t>Log structured data into Google Sheets</a:t>
            </a:r>
          </a:p>
          <a:p>
            <a:pPr marL="285750" indent="-196850">
              <a:buFont typeface="Arial" panose="020B0604020202020204" pitchFamily="34" charset="0"/>
              <a:buChar char="•"/>
            </a:pPr>
            <a:r>
              <a:rPr lang="en-US" sz="1600" dirty="0"/>
              <a:t>Enable analytics-ready dataset for downstream BI tools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E634594-5C11-4F18-A4E4-6418CF31AD8B}"/>
              </a:ext>
            </a:extLst>
          </p:cNvPr>
          <p:cNvSpPr/>
          <p:nvPr/>
        </p:nvSpPr>
        <p:spPr>
          <a:xfrm>
            <a:off x="4271524" y="5352505"/>
            <a:ext cx="7809445" cy="129397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C9FBB36-C9BC-4449-8A42-8C0ABD9A6978}"/>
              </a:ext>
            </a:extLst>
          </p:cNvPr>
          <p:cNvSpPr/>
          <p:nvPr/>
        </p:nvSpPr>
        <p:spPr>
          <a:xfrm>
            <a:off x="4271526" y="5352505"/>
            <a:ext cx="7809443" cy="431754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Impact</a:t>
            </a:r>
            <a:endParaRPr lang="en-I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30D7DF-0C78-425F-AD33-38F7A12C78EB}"/>
              </a:ext>
            </a:extLst>
          </p:cNvPr>
          <p:cNvSpPr txBox="1"/>
          <p:nvPr/>
        </p:nvSpPr>
        <p:spPr>
          <a:xfrm>
            <a:off x="4284040" y="5879681"/>
            <a:ext cx="7497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API-based Data Ingestion | Unstructured-to-Structured Transformation | Lightweight ETL Simulation | Analytics-Ready Dataset Creation | Secure Authentication Handling</a:t>
            </a:r>
          </a:p>
        </p:txBody>
      </p:sp>
    </p:spTree>
    <p:extLst>
      <p:ext uri="{BB962C8B-B14F-4D97-AF65-F5344CB8AC3E}">
        <p14:creationId xmlns:p14="http://schemas.microsoft.com/office/powerpoint/2010/main" val="1223949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146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2026-02-15T17:47:08Z</dcterms:created>
  <dcterms:modified xsi:type="dcterms:W3CDTF">2026-02-15T18:54:00Z</dcterms:modified>
</cp:coreProperties>
</file>